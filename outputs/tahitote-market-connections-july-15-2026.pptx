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12b4a17e6a4f84" /><Relationship Type="http://schemas.openxmlformats.org/officeDocument/2006/relationships/extended-properties" Target="/docProps/app.xml" Id="R064313841f774f62" /><Relationship Type="http://schemas.openxmlformats.org/officeDocument/2006/relationships/officeDocument" Target="/ppt/presentation.xml" Id="R0ac62438c90b47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c512960be4c30"/>
  </p:sldMasterIdLst>
  <p:notesMasterIdLst>
    <p:notesMasterId xmlns:r="http://schemas.openxmlformats.org/officeDocument/2006/relationships" r:id="R4a784b661a0f42cf"/>
  </p:notesMasterIdLst>
  <p:sldIdLst>
    <p:sldId xmlns:r="http://schemas.openxmlformats.org/officeDocument/2006/relationships" id="256" r:id="R6fba5668f4a04743"/>
    <p:sldId xmlns:r="http://schemas.openxmlformats.org/officeDocument/2006/relationships" id="257" r:id="R292d1295870d41ee"/>
    <p:sldId xmlns:r="http://schemas.openxmlformats.org/officeDocument/2006/relationships" id="258" r:id="R30ec9073098b45f8"/>
    <p:sldId xmlns:r="http://schemas.openxmlformats.org/officeDocument/2006/relationships" id="259" r:id="R950fc42417d843b4"/>
    <p:sldId xmlns:r="http://schemas.openxmlformats.org/officeDocument/2006/relationships" id="260" r:id="R5b90b393774447a1"/>
    <p:sldId xmlns:r="http://schemas.openxmlformats.org/officeDocument/2006/relationships" id="261" r:id="R4a28619d03bb44e1"/>
    <p:sldId xmlns:r="http://schemas.openxmlformats.org/officeDocument/2006/relationships" id="262" r:id="R8e7a0e22a756455c"/>
    <p:sldId xmlns:r="http://schemas.openxmlformats.org/officeDocument/2006/relationships" id="263" r:id="R65d13f1d39ab475f"/>
    <p:sldId xmlns:r="http://schemas.openxmlformats.org/officeDocument/2006/relationships" id="264" r:id="Rc53df71310724d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5be454a984ca7" /><Relationship Type="http://schemas.openxmlformats.org/officeDocument/2006/relationships/slideMaster" Target="/ppt/slideMasters/slideMaster1.xml" Id="R3b7c512960be4c30" /><Relationship Type="http://schemas.openxmlformats.org/officeDocument/2006/relationships/notesMaster" Target="/ppt/notesMasters/notesMaster1.xml" Id="R4a784b661a0f42cf" /><Relationship Type="http://schemas.openxmlformats.org/officeDocument/2006/relationships/presProps" Target="/ppt/presProps.xml" Id="R4342f17fc6a34dd6" /><Relationship Type="http://schemas.openxmlformats.org/officeDocument/2006/relationships/tableStyles" Target="/ppt/tableStyles.xml" Id="R476c33e5ebc94a21" /><Relationship Type="http://schemas.openxmlformats.org/officeDocument/2006/relationships/slide" Target="/ppt/slides/slide1.xml" Id="R6fba5668f4a04743" /><Relationship Type="http://schemas.openxmlformats.org/officeDocument/2006/relationships/slide" Target="/ppt/slides/slide2.xml" Id="R292d1295870d41ee" /><Relationship Type="http://schemas.openxmlformats.org/officeDocument/2006/relationships/slide" Target="/ppt/slides/slide3.xml" Id="R30ec9073098b45f8" /><Relationship Type="http://schemas.openxmlformats.org/officeDocument/2006/relationships/slide" Target="/ppt/slides/slide4.xml" Id="R950fc42417d843b4" /><Relationship Type="http://schemas.openxmlformats.org/officeDocument/2006/relationships/slide" Target="/ppt/slides/slide5.xml" Id="R5b90b393774447a1" /><Relationship Type="http://schemas.openxmlformats.org/officeDocument/2006/relationships/slide" Target="/ppt/slides/slide6.xml" Id="R4a28619d03bb44e1" /><Relationship Type="http://schemas.openxmlformats.org/officeDocument/2006/relationships/slide" Target="/ppt/slides/slide7.xml" Id="R8e7a0e22a756455c" /><Relationship Type="http://schemas.openxmlformats.org/officeDocument/2006/relationships/slide" Target="/ppt/slides/slide8.xml" Id="R65d13f1d39ab475f" /><Relationship Type="http://schemas.openxmlformats.org/officeDocument/2006/relationships/slide" Target="/ppt/slides/slide9.xml" Id="Rc53df71310724d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dd2ae4e17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2c1c13a0747e7" /><Relationship Type="http://schemas.openxmlformats.org/officeDocument/2006/relationships/notesMaster" Target="/ppt/notesMasters/notesMaster1.xml" Id="R8fb51732cbce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502383a734fdc" /><Relationship Type="http://schemas.openxmlformats.org/officeDocument/2006/relationships/notesMaster" Target="/ppt/notesMasters/notesMaster1.xml" Id="R3b738bfa3903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681b860c3496a" /><Relationship Type="http://schemas.openxmlformats.org/officeDocument/2006/relationships/notesMaster" Target="/ppt/notesMasters/notesMaster1.xml" Id="R8976bd665216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361e489a04c63" /><Relationship Type="http://schemas.openxmlformats.org/officeDocument/2006/relationships/notesMaster" Target="/ppt/notesMasters/notesMaster1.xml" Id="Rc69cddfbfead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3e560b07114f29" /><Relationship Type="http://schemas.openxmlformats.org/officeDocument/2006/relationships/notesMaster" Target="/ppt/notesMasters/notesMaster1.xml" Id="R19a9014fd6f4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823995eb774277" /><Relationship Type="http://schemas.openxmlformats.org/officeDocument/2006/relationships/notesMaster" Target="/ppt/notesMasters/notesMaster1.xml" Id="R0107ec420c8247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4a98b3185b478c" /><Relationship Type="http://schemas.openxmlformats.org/officeDocument/2006/relationships/notesMaster" Target="/ppt/notesMasters/notesMaster1.xml" Id="R988ce3cf813b4b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85ba3e25a04076" /><Relationship Type="http://schemas.openxmlformats.org/officeDocument/2006/relationships/notesMaster" Target="/ppt/notesMasters/notesMaster1.xml" Id="R7d65e500c4f1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0b918c2e34a7c" /><Relationship Type="http://schemas.openxmlformats.org/officeDocument/2006/relationships/notesMaster" Target="/ppt/notesMasters/notesMaster1.xml" Id="R38665c6065b343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Magandang araw po sa inyong lahat! Maraming salamat po kina Tita Merlie, Tita Joy, Analyn, at sa buong GK Australia sa oras ninyo.</a:t>
            </a:r>
          </a:p>
          <a:p xmlns:a="http://schemas.openxmlformats.org/drawingml/2006/main">
            <a:r>
              <a:t>Kami po ang Market Connections team mula DLSU. Maikli lang ang usapan natin: paano natin masisigurong mas madaling makita, bilhin, at ulit-uliting i-order ang TahiTote.</a:t>
            </a:r>
          </a:p>
          <a:p xmlns:a="http://schemas.openxmlformats.org/drawingml/2006/main">
            <a:r>
              <a:t>[Ngumiti at mag-pause bago lumipat sa susunod na slide.]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 pinakasentro ng Market Connections ay hindi isang beses na benta. Ang gusto natin ay may tuloy-tuloy na order.</a:t>
            </a:r>
          </a:p>
          <a:p xmlns:a="http://schemas.openxmlformats.org/drawingml/2006/main">
            <a:r>
              <a:t>Kung 100 hanggang 200 bags ang mabenta kada buwan, ang target nating pondo para sa hatian ay nasa ₱4,000 hanggang ₱12,000 kada buwan—para sa mga miyembro at sa puhunan pabalik sa negosyo.</a:t>
            </a:r>
          </a:p>
          <a:p xmlns:a="http://schemas.openxmlformats.org/drawingml/2006/main">
            <a:r>
              <a:t>Huwag muna nating himayin ang computation dito; makikita natin mamaya kung paano ito konektado sa presyo.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Una, Purchase Order Form: para alam natin kung ano, ilan, magkano, at kanino ang order.</a:t>
            </a:r>
          </a:p>
          <a:p xmlns:a="http://schemas.openxmlformats.org/drawingml/2006/main">
            <a:r>
              <a:t>Ikalawa, GCash: para mas madaling tumanggap ng bayad online.</a:t>
            </a:r>
          </a:p>
          <a:p xmlns:a="http://schemas.openxmlformats.org/drawingml/2006/main">
            <a:r>
              <a:t>Ikatlo, Facebook posting: larawan, presyo, at malinaw na paraan ng pag-order.</a:t>
            </a:r>
          </a:p>
          <a:p xmlns:a="http://schemas.openxmlformats.org/drawingml/2006/main">
            <a:r>
              <a:t>Ikaapat, paglapit sa mamimili: hindi lang tayo maghihintay ng mensahe. Lalapit din tayo sa mga maramihang order para sa okasyon, pati sa mga bumibisita at katuwang ng GK.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Ganito lang kasimple ang flow. Una, makikita sa Facebook. Pangalawa, magme-message ang buyer. Pangatlo, itatala natin ang order. Pang-apat, magbabayad sa GCash at aayusin ang delivery o pickup.</a:t>
            </a:r>
          </a:p>
          <a:p xmlns:a="http://schemas.openxmlformats.org/drawingml/2006/main">
            <a:r>
              <a:t>[Ituro ang bawat numero habang nagsasalita. Huwag basahin nang sabay-sabay ang buong slide.]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Facebook lang ang pangunahing channel natin. Iisang page ito na sabay na aalagaan ng SLG1 at SLG2.</a:t>
            </a:r>
          </a:p>
          <a:p xmlns:a="http://schemas.openxmlformats.org/drawingml/2006/main">
            <a:r>
              <a:t>Gagamitin din natin ang Facebook Marketplace para sa mismong pagbebenta.</a:t>
            </a:r>
          </a:p>
          <a:p xmlns:a="http://schemas.openxmlformats.org/drawingml/2006/main">
            <a:r>
              <a:t>Kung natural na lumabas sa usapan: ito rin ang iminungkahi ng Group 7 sa pagsasanay nila. Magandang patunay iyon—magkahiwalay kaming nag-isip pero pareho ang naging direksiyon.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question po ito sa lahat. Wala pa tayong opisyal na GCash account para sa grupo.</a:t>
            </a:r>
          </a:p>
          <a:p xmlns:a="http://schemas.openxmlformats.org/drawingml/2006/main">
            <a:r>
              <a:t>Sino po ang komportable munang gumamit ng sariling GCash? Walang kailangang sagutin agad at walang pipilitin.</a:t>
            </a:r>
          </a:p>
          <a:p xmlns:a="http://schemas.openxmlformats.org/drawingml/2006/main">
            <a:r>
              <a:t>Pansamantala lang ito. Kapag may opisyal nang account ang grupo, doon ililipat ang proseso.</a:t>
            </a:r>
          </a:p>
          <a:p xmlns:a="http://schemas.openxmlformats.org/drawingml/2006/main">
            <a:r>
              <a:t>[Mag-pause. Maghanda ng notebook at isulat kung sino ang kusang mag-volunteer at kung ano ang concerns nila.]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 mahalagang punto: hindi po kami nagdadala ng bagong presyong ipapataw. Kinumpirma lang namin na tama at sustainable ang presyong ginagamit ninyo na ngayon.</a:t>
            </a:r>
          </a:p>
          <a:p xmlns:a="http://schemas.openxmlformats.org/drawingml/2006/main">
            <a:r>
              <a:t>Ang gastos sa materyales at packaging ay ₱19.40 hanggang ₱32 kada bag. Ang karaniwang presyo ay ₱180, nasa aktuwal ninyong range na ₱150 hanggang ₱250 depende sa tela.</a:t>
            </a:r>
          </a:p>
          <a:p xmlns:a="http://schemas.openxmlformats.org/drawingml/2006/main">
            <a:r>
              <a:t>Kaya may natitirang humigit-kumulang ₱148 hanggang ₱161 kada bag. Hindi iyon para sa amin—para iyon sa mga miyembro: may hahatiin bilang kita at may ibabalik na puhunan para sa susunod na materyales.</a:t>
            </a:r>
          </a:p>
          <a:p xmlns:a="http://schemas.openxmlformats.org/drawingml/2006/main">
            <a:r>
              <a:t>Iugnay pabalik sa slide 2: sa 100–200 bags kada buwan, ang target na pondo para sa hatian at muling puhunan ay ₱4,000–₱12,000 kada buwan.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Ngayong araw, may demo muna ng paggawa, pagkatapos ay kumpirmasyon ng costing at presyo, saka usapan tungkol sa order at bayad.</a:t>
            </a:r>
          </a:p>
          <a:p xmlns:a="http://schemas.openxmlformats.org/drawingml/2006/main">
            <a:r>
              <a:t>Walang kit o materyales na iaabot ngayong araw. Ang maiiwan sa inyo ay video ng paggawa ng TahiTote na puwedeng balikan anumang oras.</a:t>
            </a:r>
          </a:p>
          <a:p xmlns:a="http://schemas.openxmlformats.org/drawingml/2006/main">
            <a:r>
              <a:t>Ipakita ito bilang pangmatagalang gabay: hindi isang beses lang magagamit, at puwedeng panoorin ulit ng sinumang miyembro habang gumagawa.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Maraming salamat po sa pakikinig at sa pagtitiwala. Bago tayo matapos, may tanong, concern, o bagay po bang gusto ninyong linawin?</a:t>
            </a:r>
          </a:p>
          <a:p xmlns:a="http://schemas.openxmlformats.org/drawingml/2006/main">
            <a:r>
              <a:t>[Buksan ang floor. Huwag agad magmadali sa closing; bigyan ng ilang segundong katahimikan para makapag-isip ang lahat.]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993b40cfa43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ae9d754b547ef" /><Relationship Type="http://schemas.openxmlformats.org/officeDocument/2006/relationships/slideLayout" Target="/ppt/slideLayouts/slideLayout1.xml" Id="Rf8a617f301174e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a617f301174e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f3a3f8d044e9e" /><Relationship Type="http://schemas.openxmlformats.org/officeDocument/2006/relationships/notesSlide" Target="/ppt/notesSlides/notesSlide1.xml" Id="R47c69b3cb16e4c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67ff9491e491d" /><Relationship Type="http://schemas.openxmlformats.org/officeDocument/2006/relationships/notesSlide" Target="/ppt/notesSlides/notesSlide2.xml" Id="R4a498c43c88e4a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45e932bf4953" /><Relationship Type="http://schemas.openxmlformats.org/officeDocument/2006/relationships/notesSlide" Target="/ppt/notesSlides/notesSlide3.xml" Id="R8340917506bd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5169683dc4515" /><Relationship Type="http://schemas.openxmlformats.org/officeDocument/2006/relationships/notesSlide" Target="/ppt/notesSlides/notesSlide4.xml" Id="R014a146de9c2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4b4216c184a49" /><Relationship Type="http://schemas.openxmlformats.org/officeDocument/2006/relationships/notesSlide" Target="/ppt/notesSlides/notesSlide5.xml" Id="R3b427a4c25ce4f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610f549b44bdb" /><Relationship Type="http://schemas.openxmlformats.org/officeDocument/2006/relationships/notesSlide" Target="/ppt/notesSlides/notesSlide6.xml" Id="R8f322b20e3de40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01b8713564ab8" /><Relationship Type="http://schemas.openxmlformats.org/officeDocument/2006/relationships/notesSlide" Target="/ppt/notesSlides/notesSlide7.xml" Id="Reb4222f20b3f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3f0c4ee174306" /><Relationship Type="http://schemas.openxmlformats.org/officeDocument/2006/relationships/notesSlide" Target="/ppt/notesSlides/notesSlide8.xml" Id="R57106eb797b3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f828b159946d1" /><Relationship Type="http://schemas.openxmlformats.org/officeDocument/2006/relationships/notesSlide" Target="/ppt/notesSlides/notesSlide9.xml" Id="R03aa4bed0db6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2F0DD-B3C7-4423-B1D8-5B0D1602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2E7E2-D463-4790-B804-1A7EBD8F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F501-186B-4605-8C36-68ACEA7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MARKET CONNECTIONS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29450-FEE7-44F9-A97F-829CB513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8572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3494B-F4BF-4414-A056-A25BAD0E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742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Mula sa retaso, tungo sa kita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E00B0-C3B0-426B-9D0C-CE015BD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700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1794F-6780-49DF-A21E-C842B3F8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638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Bagong Silang, Caloocan 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FABC-C600-4C2E-AC40-440832C2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Hulyo 15,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CE142-C4EF-4CF1-A1B4-112A6BA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DLSU Service Learning Group 1</a:t>
            </a:r>
          </a:p>
        </p:txBody>
      </p:sp>
    </p:spTree>
    <p:extLst>
      <p:ext uri="{BB962C8B-B14F-4D97-AF65-F5344CB8AC3E}">
        <p14:creationId xmlns:p14="http://schemas.microsoft.com/office/powerpoint/2010/main" val="182994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BAFA6-5817-4BCB-9F40-5419897F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ANO ANG MARKET CONNECTIONS?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D3904-34C3-4BBF-B5E1-36356C0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Ang mahalaga: tuloy-tuloy ang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46B04-5AE2-44DF-8D25-BC970C9B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401B5-C314-45D6-A5B5-0D1E5A3F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334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Hindi lang paglagay ng produkto online—kundi pagtiyak na may bumibili buwan-buwan.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49102-7B9B-4E24-8832-39A9040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0CA28-239A-43FB-8F07-72DCA628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LAYUNIN BAWAT BUWAN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FDDAE-7B5A-43D1-874C-2B056346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572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100–200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4F70D-956E-44FE-A63A-09D92EC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57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na mabenta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BEF06-869C-4573-86EF-C663799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056A-07C5-46C6-830A-E11FFFE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191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₱4,000–₱12,000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F1EA-EC5D-4336-B141-A8C9BBF8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19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kita kada buwan para sa hati ng mga miyembro at puhunan pabalik sa negosyo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85F20-0A30-4132-B74D-BAA5CC9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29481-8617-46AB-BFCF-530C9D4D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1150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C797C-3993-4822-AF15-9FEE3CC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PRAKTIKAL NA SUPORTA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BF7A8-7285-4A46-BE2A-1F55B22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Apat na bagay ang aasikasuhin namin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FBD13-AF6B-4201-B01B-9292F52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E9D56-21D3-439A-B2B1-592843F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CE22D-01D0-47F5-814C-DB9B5BF1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4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BE300-61E4-466A-B75E-6A9FBD0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Purchase Order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A9FA7-6B6F-468D-A3C2-B527482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3905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Tala ng ano, ilan, presyo, at kanino ang bawat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E7E5C-EB2A-49F8-84D7-081DABB7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5B586-C5A4-42DF-90DF-A8EF774C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74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4B572-5CD5-42E2-8BA3-9559A2BF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Bayad sa GCash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CD959-42A3-4481-9326-8CED2CC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905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Madaling pagtanggap at pag-check ng bayad online.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B6710-5DD6-424F-9175-8C469C5E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FCAF7-DCA4-4967-BB52-7EE40970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4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7C189-E330-4C50-BF59-2617CAC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Pag-post sa Facebook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1EF48-68FE-4814-8769-ED1E314F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3905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Malinaw na larawan, presyo, at paraan ng pag-order.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C34D4-624A-4A00-A34C-D15C6E4E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7FE36-C9A5-4BD0-8B9E-AF6F277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74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BC693-B4A7-419F-BDBD-53BF1DA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Paglapit sa Mamimili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3234B-1E24-4972-B6BF-51594E2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3905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Maramihang order para sa mga okasyon, bisita, at katuwang ng GK.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04C5B-AB0A-4210-A966-D8D92BE8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C71EE-17F7-48EE-A649-615B64D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7331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40719-A91C-4DC7-8D8A-B78FE8CB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PAANO GUMAGANA ANG ORDER?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23ADC-EB28-4A3E-A2AC-3D4A80FE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Apat na hakbang lang ang pagbili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5391A-B30E-4560-BF95-5BBAD5EA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39EA-D4E6-46E2-8488-13AE055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887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2B815-CC81-49DD-AD0D-612407E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F3533-CCBA-4FC7-90ED-FB64089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368C-C503-4938-BC0D-4D97BBEF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33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Makikita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95B02-B06C-4EA7-AD0D-3FE5975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Makikita ng mamimili ang TahiTote sa Facebook.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64F6B-D83E-4B22-A0C9-4B3CF316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0D2F8-A404-41B0-82E8-23AF88B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28875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511E3-FCAF-41E7-938D-AD933C3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57550"/>
            <a:ext cx="2333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Magme-message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D6FDC-D979-4C4E-92EA-8C92AD4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90950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Magtatanong o mag-o-order ang mamimili.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006FA-BFAA-4314-8BCC-4211410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2419A-56EF-441D-B1DF-33923D8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28875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1C87A-546F-4309-8893-BD8752F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2333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Itatala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A308A-B14E-46DB-A6E9-9319F75F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Ilalagay sa form ang bag, dami, at presyo.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1B580-DBAD-4EEC-9E6D-4FD9D92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B7BA7-9C19-4FAD-9203-E90E7805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3BA2C-C959-48AB-A7B1-AB5A5C3D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333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Magbabayad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454B7-C3A3-4FAF-BB6A-BE6851AA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GCash, saka aayusin ang delivery o pickup.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B1290-066D-42A6-A369-9160DD4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EFC6E-D945-4432-982F-E3A13C1C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13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Facebook → Mensahe → Order Form → GCash → Hatid / Pickup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24894-977B-4F1B-BFD1-69FB48A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FE8E3-DABA-4168-8C11-96A10EBD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3857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E8F12-099A-4621-84B6-7A3616C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IISANG LUGAR, MAS MADALING ALAGAAN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56843-F2C1-4892-82FE-D68849C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Facebook ang iisang pangunahing tindahan natin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5F845-D97D-4252-9316-D1430774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74DCC-1856-4BDB-9BAC-A843DA9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7625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Facebook
na lang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ABD01-3AB7-4B9C-BFCC-D86824F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4953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Mas pamilyar, mas madaling balikan, at hindi kailangang matuto ng panibagong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01D46-888E-45DD-9F23-2D8042E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548B-6DC1-4ED8-8FBB-3129F79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IISANG FB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629CE-A815-4298-AE36-BF7509F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SLG1 + SLG2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7633-783F-4E44-B848-0D8A2103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Magkasamang mamamahala sa parehong page para pare-pareho ang impormasyon.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21755-1259-4DAD-A48C-BB52EF06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2EA42-D819-4512-9EBF-A6E15CD7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Facebook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231B9-E7C6-4D8D-9511-CE44604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Dito ipo-post at ibebenta ang mga produkto.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B17E5-6F96-4338-9D4E-6E3A318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F2A6D-70F2-41CF-BE59-599EEDE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0181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F8C9A-4241-43FF-A14E-2E540F3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PAG-UUSAPAN NATIN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E5346-AC4E-4A07-BCDA-1DBB3715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Sino ang komportable munang tumanggap sa GCash?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177B5-B315-4760-9DCC-ED39A9BE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5EC6F-1ACE-41B0-A32F-4E424B9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857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Wala pa tayong opisyal na GCash account para sa grupo.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8A7E6-F868-4EFA-9AAB-B2FF6FE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1125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8F774-26A7-400D-A320-2A7244D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0248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Sino sa inyo ang komportable munang gumamit ng sariling GCash, habang wala pang opisyal na account?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53EEC-D4A8-46BC-98B6-B4AD3AE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673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57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Pansamantala lang ito—hanggang magkaroon ng opisyal na account ng grupo.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9021-0334-4E5E-928D-DD6B7A4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C20BB-F199-4E43-8450-F10CB4B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2223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BD0580-89E4-4FFD-9E9A-C1C8F48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KUMPIRMASYON NG PRESYO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6E9F7-5635-467C-919B-B761578B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Tama ang presyong ginagamit ninyo ngayon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DC432-5877-4653-8816-0A54F2D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3D950-4A20-47B7-A99D-02183D5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0763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1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Pinagtagpo namin ang costing ng tatlong grupo at ang aktuwal ninyong presyo—kasya at may malinaw na tubo.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78C1-7F1D-4777-906C-14D8AFD6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314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26161-C53A-4EE9-B289-E32DF19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C2863-6477-43F4-85DA-AA21D53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81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₱19.40–₱32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989BA-B9D0-4C27-B8B7-B98556BD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t>materyales + packaging kada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AE9DB-37D8-4941-BE89-1CEC797F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3314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CD068-A0D1-4125-9B83-E5FB5BF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KARANIWANG PRESYO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CCF9E-6551-4CF6-AEBA-85410A4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81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₱180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02161-D23C-4D45-A3C9-00717E3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t>nasa aktuwal ninyong presyo na ₱150–₱250, depende sa tela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AF8E7-7A40-43E6-AC5A-06CEA22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314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4EC8B-325E-49C4-ADE6-68A1586B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NATITIRA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9372D-4CD0-4C7E-B421-A7A044F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81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₱148–₱161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694F4-1F59-4B1A-B303-58D2A3FD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t>kada bag, matapos ang materyales + packaging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6135C-42F5-4E76-AA33-83F54893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125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C635E-BA7E-4909-8A44-14095EE3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47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Ang natitira ay para sa mga miyembro: hahatiin bilang kita, at may bahagi para sa susunod na materyales.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56074-40AE-4DC5-B73A-987753EB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38800"/>
            <a:ext cx="9182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100–200 TahiTote/buwan = ₱4,000–₱12,000 para sa hatian at muling puhunan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C53FF-0FF2-4CAE-98FF-29E671D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E42DF-5C67-4094-82A0-12155D41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5181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C97DC-CBA8-467B-AB24-F567482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NGAYONG ARAW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A60F-EF52-47C0-9358-7DA1063B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Tatlong bagay ang gagawin natin ngayong araw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310D2-9A53-4D33-91CC-C9DACD6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ABC32-26FB-4A2D-9B77-3E75E630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FC3FB-4204-41C4-963B-556BFA61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EC563-3352-4C6F-9D71-06CADCE1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4476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Demo ng paggawa ng TahiTote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4EE9E-13C1-42B7-9124-9D4F8370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76425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Sabay nating tingnan ang proseso mula simula hanggang matapos.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C412D-7E08-493C-AAE5-90892F4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BD0EE-E7E5-4586-AC47-4D4D0714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30CF5-946F-403C-B87A-E70BD64A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4476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Kumpirmasyon ng costing at presyo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8BD2A-4390-4AB0-84A3-BB1EC418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Sisiguraduhin nating pare-pareho ang gagamiting bilang.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91C23-360F-450A-BD11-AB8399D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6E761-B222-4069-926A-3CAF50A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81B25-03FC-4DE1-A0D1-010B692C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4476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Usapan tungkol sa order at bayad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54AC1-D6EB-4C96-AC75-6C884A9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Purchase Order Form, Facebook, at pansamantalang GCash setup.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26F68-6CA8-40D3-953F-61A2DBC2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FFACA-C0C8-40BE-9B18-68EDC77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Maiuuwi: video ng paggawa na puwedeng balikan anumang oras.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9AB4C-9040-4C73-BF00-C54A8FB4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  •  MARKET CONNECTIONS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BD7D7-7D3E-4D87-B7A3-8B32CEC2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0395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EF92F-FD07-43B9-B3D5-20E20732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BE107-E465-43B0-92A7-9EEA65A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TAHITOTE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55B2-D352-4B7D-9944-F5684338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4295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Maraming
salamat!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FB80B-3D81-46E3-83C3-93FB1C45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23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t>May tanong o alalahanin? Pag-usapan natin bago tayo matapos.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0807D-0AC8-463B-8023-401ADD7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6D2CF-A3A6-4509-B520-317D9C6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Messenger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54677-1460-412E-849B-8B01D0AA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8858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Merlie Serdan Gonzales  •  Jhoye Ituralde Bernal  •  Analyn Caayao</a:t>
            </a:r>
          </a:p>
        </p:txBody>
      </p:sp>
    </p:spTree>
    <p:extLst>
      <p:ext uri="{BB962C8B-B14F-4D97-AF65-F5344CB8AC3E}">
        <p14:creationId xmlns:p14="http://schemas.microsoft.com/office/powerpoint/2010/main" val="323005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2026-07-14T22:08:07.3240000Z</dcterms:created>
  <dcterms:modified xsi:type="dcterms:W3CDTF">2026-07-14T22:08:07.3240000Z</dcterms:modified>
</coreProperties>
</file>